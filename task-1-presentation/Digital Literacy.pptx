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msterdam Four" panose="020B0604020202020204" charset="0"/>
      <p:regular r:id="rId13"/>
    </p:embeddedFont>
    <p:embeddedFont>
      <p:font typeface="Anton" pitchFamily="2" charset="0"/>
      <p:regular r:id="rId14"/>
    </p:embeddedFont>
    <p:embeddedFont>
      <p:font typeface="Etna Sans Serif" panose="020B0604020202020204" charset="0"/>
      <p:regular r:id="rId15"/>
    </p:embeddedFont>
    <p:embeddedFont>
      <p:font typeface="The Seasons" panose="020B0604020202020204" charset="0"/>
      <p:regular r:id="rId16"/>
    </p:embeddedFont>
    <p:embeddedFont>
      <p:font typeface="The Seaso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33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33164" y="8934831"/>
            <a:ext cx="1547025" cy="646938"/>
          </a:xfrm>
          <a:custGeom>
            <a:avLst/>
            <a:gdLst/>
            <a:ahLst/>
            <a:cxnLst/>
            <a:rect l="l" t="t" r="r" b="b"/>
            <a:pathLst>
              <a:path w="1547025" h="646938">
                <a:moveTo>
                  <a:pt x="0" y="0"/>
                </a:moveTo>
                <a:lnTo>
                  <a:pt x="1547025" y="0"/>
                </a:lnTo>
                <a:lnTo>
                  <a:pt x="1547025" y="646938"/>
                </a:lnTo>
                <a:lnTo>
                  <a:pt x="0" y="646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2175" y="9525"/>
            <a:ext cx="17723650" cy="9117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417"/>
              </a:lnSpc>
            </a:pPr>
            <a:r>
              <a:rPr lang="en-US" sz="53155" spc="-1328" dirty="0">
                <a:solidFill>
                  <a:srgbClr val="FFFAE5"/>
                </a:solidFill>
                <a:latin typeface="Anton"/>
                <a:ea typeface="Anton"/>
                <a:cs typeface="Anton"/>
                <a:sym typeface="Anton"/>
              </a:rPr>
              <a:t>DIGITAL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1464751"/>
            <a:ext cx="9906000" cy="8855352"/>
          </a:xfrm>
          <a:custGeom>
            <a:avLst/>
            <a:gdLst/>
            <a:ahLst/>
            <a:cxnLst/>
            <a:rect l="l" t="t" r="r" b="b"/>
            <a:pathLst>
              <a:path w="10303814" h="10287000">
                <a:moveTo>
                  <a:pt x="0" y="0"/>
                </a:moveTo>
                <a:lnTo>
                  <a:pt x="10303814" y="0"/>
                </a:lnTo>
                <a:lnTo>
                  <a:pt x="103038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4496" y="7054110"/>
            <a:ext cx="7927515" cy="2353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272"/>
              </a:lnSpc>
              <a:spcBef>
                <a:spcPct val="0"/>
              </a:spcBef>
            </a:pPr>
            <a:r>
              <a:rPr lang="en-US" sz="13765" u="none" strike="noStrike">
                <a:solidFill>
                  <a:srgbClr val="000000"/>
                </a:solidFill>
                <a:latin typeface="Amsterdam Four"/>
                <a:ea typeface="Amsterdam Four"/>
                <a:cs typeface="Amsterdam Four"/>
                <a:sym typeface="Amsterdam Four"/>
              </a:rPr>
              <a:t>Literacy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39238" y="3841953"/>
            <a:ext cx="9525" cy="234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2"/>
              </a:lnSpc>
              <a:spcBef>
                <a:spcPct val="0"/>
              </a:spcBef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0" y="2647651"/>
            <a:ext cx="11742184" cy="566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 spc="578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Digital Literacy is the ability to resposibly and effectively use digital Technologies- like computers,smartphones, and the internet-to find,evaluate, create , and communicate information.</a:t>
            </a:r>
          </a:p>
          <a:p>
            <a:pPr algn="ctr">
              <a:lnSpc>
                <a:spcPts val="12897"/>
              </a:lnSpc>
              <a:spcBef>
                <a:spcPct val="0"/>
              </a:spcBef>
            </a:pPr>
            <a:r>
              <a:rPr lang="en-US" sz="9212">
                <a:solidFill>
                  <a:srgbClr val="000000"/>
                </a:solidFill>
                <a:latin typeface="Amsterdam Four"/>
                <a:ea typeface="Amsterdam Four"/>
                <a:cs typeface="Amsterdam Four"/>
                <a:sym typeface="Amsterdam Four"/>
              </a:rPr>
              <a:t> </a:t>
            </a:r>
          </a:p>
        </p:txBody>
      </p:sp>
      <p:sp>
        <p:nvSpPr>
          <p:cNvPr id="4" name="Freeform 4"/>
          <p:cNvSpPr/>
          <p:nvPr/>
        </p:nvSpPr>
        <p:spPr>
          <a:xfrm>
            <a:off x="12370580" y="1485900"/>
            <a:ext cx="5178361" cy="7772400"/>
          </a:xfrm>
          <a:custGeom>
            <a:avLst/>
            <a:gdLst/>
            <a:ahLst/>
            <a:cxnLst/>
            <a:rect l="l" t="t" r="r" b="b"/>
            <a:pathLst>
              <a:path w="5178361" h="7772400">
                <a:moveTo>
                  <a:pt x="0" y="0"/>
                </a:moveTo>
                <a:lnTo>
                  <a:pt x="5178361" y="0"/>
                </a:lnTo>
                <a:lnTo>
                  <a:pt x="5178361" y="7772400"/>
                </a:lnTo>
                <a:lnTo>
                  <a:pt x="0" y="777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803346" y="129194"/>
            <a:ext cx="5938838" cy="135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61"/>
              </a:lnSpc>
              <a:spcBef>
                <a:spcPct val="0"/>
              </a:spcBef>
            </a:pPr>
            <a:r>
              <a:rPr lang="en-US" sz="7115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Digital Literacy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2088" y="-20712"/>
            <a:ext cx="14306074" cy="1342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13"/>
              </a:lnSpc>
            </a:pPr>
            <a:r>
              <a:rPr lang="en-US" sz="7009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Key Components  of Digital Literacy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2324100"/>
            <a:ext cx="12165175" cy="539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330513" lvl="1" indent="-665257" algn="l">
              <a:lnSpc>
                <a:spcPts val="8627"/>
              </a:lnSpc>
              <a:buFont typeface="Arial"/>
              <a:buChar char="•"/>
            </a:pPr>
            <a:r>
              <a:rPr lang="en-US" sz="6162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Information Literacy</a:t>
            </a:r>
          </a:p>
          <a:p>
            <a:pPr marL="1330513" lvl="1" indent="-665257" algn="l">
              <a:lnSpc>
                <a:spcPts val="8627"/>
              </a:lnSpc>
              <a:buFont typeface="Arial"/>
              <a:buChar char="•"/>
            </a:pPr>
            <a:r>
              <a:rPr lang="en-US" sz="6162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Technical Skills</a:t>
            </a:r>
          </a:p>
          <a:p>
            <a:pPr marL="1330513" lvl="1" indent="-665257" algn="l">
              <a:lnSpc>
                <a:spcPts val="8627"/>
              </a:lnSpc>
              <a:buFont typeface="Arial"/>
              <a:buChar char="•"/>
            </a:pPr>
            <a:r>
              <a:rPr lang="en-US" sz="6162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Communication Skills</a:t>
            </a:r>
          </a:p>
          <a:p>
            <a:pPr marL="1287336" lvl="1" indent="-643668" algn="l">
              <a:lnSpc>
                <a:spcPts val="8347"/>
              </a:lnSpc>
              <a:buFont typeface="Arial"/>
              <a:buChar char="•"/>
            </a:pPr>
            <a:r>
              <a:rPr lang="en-US" sz="5962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Digital Safety(Cyber Awareness)</a:t>
            </a:r>
          </a:p>
          <a:p>
            <a:pPr marL="1330513" lvl="1" indent="-665257" algn="l">
              <a:lnSpc>
                <a:spcPts val="8627"/>
              </a:lnSpc>
              <a:buFont typeface="Arial"/>
              <a:buChar char="•"/>
            </a:pPr>
            <a:r>
              <a:rPr lang="en-US" sz="6162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Content Creation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30630" y="6505130"/>
            <a:ext cx="5506339" cy="2753170"/>
          </a:xfrm>
          <a:custGeom>
            <a:avLst/>
            <a:gdLst/>
            <a:ahLst/>
            <a:cxnLst/>
            <a:rect l="l" t="t" r="r" b="b"/>
            <a:pathLst>
              <a:path w="5506339" h="2753170">
                <a:moveTo>
                  <a:pt x="0" y="0"/>
                </a:moveTo>
                <a:lnTo>
                  <a:pt x="5506339" y="0"/>
                </a:lnTo>
                <a:lnTo>
                  <a:pt x="5506339" y="2753170"/>
                </a:lnTo>
                <a:lnTo>
                  <a:pt x="0" y="275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67415" y="6505130"/>
            <a:ext cx="2753170" cy="2753170"/>
          </a:xfrm>
          <a:custGeom>
            <a:avLst/>
            <a:gdLst/>
            <a:ahLst/>
            <a:cxnLst/>
            <a:rect l="l" t="t" r="r" b="b"/>
            <a:pathLst>
              <a:path w="2753170" h="2753170">
                <a:moveTo>
                  <a:pt x="0" y="0"/>
                </a:moveTo>
                <a:lnTo>
                  <a:pt x="2753170" y="0"/>
                </a:lnTo>
                <a:lnTo>
                  <a:pt x="2753170" y="2753170"/>
                </a:lnTo>
                <a:lnTo>
                  <a:pt x="0" y="2753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5107" y="7030225"/>
            <a:ext cx="5663984" cy="1847875"/>
          </a:xfrm>
          <a:custGeom>
            <a:avLst/>
            <a:gdLst/>
            <a:ahLst/>
            <a:cxnLst/>
            <a:rect l="l" t="t" r="r" b="b"/>
            <a:pathLst>
              <a:path w="5663984" h="1847875">
                <a:moveTo>
                  <a:pt x="0" y="0"/>
                </a:moveTo>
                <a:lnTo>
                  <a:pt x="5663984" y="0"/>
                </a:lnTo>
                <a:lnTo>
                  <a:pt x="5663984" y="1847874"/>
                </a:lnTo>
                <a:lnTo>
                  <a:pt x="0" y="1847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672267" y="1533516"/>
            <a:ext cx="3813361" cy="3813361"/>
          </a:xfrm>
          <a:custGeom>
            <a:avLst/>
            <a:gdLst/>
            <a:ahLst/>
            <a:cxnLst/>
            <a:rect l="l" t="t" r="r" b="b"/>
            <a:pathLst>
              <a:path w="3813361" h="3813361">
                <a:moveTo>
                  <a:pt x="0" y="0"/>
                </a:moveTo>
                <a:lnTo>
                  <a:pt x="3813361" y="0"/>
                </a:lnTo>
                <a:lnTo>
                  <a:pt x="3813361" y="3813361"/>
                </a:lnTo>
                <a:lnTo>
                  <a:pt x="0" y="3813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50531" y="7620"/>
            <a:ext cx="8834438" cy="1183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Some Useful Digital Tools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152400" y="1979128"/>
            <a:ext cx="13526449" cy="321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9411" lvl="1" indent="-329706" algn="l">
              <a:lnSpc>
                <a:spcPts val="4275"/>
              </a:lnSpc>
              <a:buFont typeface="Arial"/>
              <a:buChar char="•"/>
            </a:pPr>
            <a:r>
              <a:rPr lang="en-US" sz="3054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Note-Taking &amp; Organization Tools :- Evernote, Microsoft OneNote, Google Keep</a:t>
            </a:r>
          </a:p>
          <a:p>
            <a:pPr marL="659411" lvl="1" indent="-329706" algn="l">
              <a:lnSpc>
                <a:spcPts val="4275"/>
              </a:lnSpc>
              <a:buFont typeface="Arial"/>
              <a:buChar char="•"/>
            </a:pPr>
            <a:r>
              <a:rPr lang="en-US" sz="3054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Study &amp; Revision Tools :- Quizlet, Kahoot</a:t>
            </a:r>
          </a:p>
          <a:p>
            <a:pPr marL="659411" lvl="1" indent="-329706" algn="l">
              <a:lnSpc>
                <a:spcPts val="4275"/>
              </a:lnSpc>
              <a:buFont typeface="Arial"/>
              <a:buChar char="•"/>
            </a:pPr>
            <a:r>
              <a:rPr lang="en-US" sz="3054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Writing &amp; Grammar Tools:- Grammarly</a:t>
            </a:r>
          </a:p>
          <a:p>
            <a:pPr marL="659411" lvl="1" indent="-329706" algn="l">
              <a:lnSpc>
                <a:spcPts val="4275"/>
              </a:lnSpc>
              <a:buFont typeface="Arial"/>
              <a:buChar char="•"/>
            </a:pPr>
            <a:r>
              <a:rPr lang="en-US" sz="3054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Research &amp; Learning Platforms:- Google Scholar , Google Classroom</a:t>
            </a:r>
          </a:p>
          <a:p>
            <a:pPr marL="659411" lvl="1" indent="-329706" algn="l">
              <a:lnSpc>
                <a:spcPts val="4275"/>
              </a:lnSpc>
              <a:buFont typeface="Arial"/>
              <a:buChar char="•"/>
            </a:pPr>
            <a:r>
              <a:rPr lang="en-US" sz="3054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Creative &amp; Presentation Tools:-Canva, Microsoft </a:t>
            </a:r>
            <a:r>
              <a:rPr lang="en-US" sz="3054" dirty="0" err="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Powerpoint</a:t>
            </a:r>
            <a:endParaRPr lang="en-US" sz="3054" dirty="0">
              <a:solidFill>
                <a:srgbClr val="000000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83124" y="-238125"/>
            <a:ext cx="10103644" cy="118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Some safe Internet practices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497" y="2400300"/>
            <a:ext cx="17810883" cy="487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2"/>
              </a:lnSpc>
              <a:spcBef>
                <a:spcPct val="0"/>
              </a:spcBef>
            </a:pPr>
            <a:r>
              <a:rPr lang="en-US" sz="4637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Use Strong Passwords</a:t>
            </a:r>
          </a:p>
          <a:p>
            <a:pPr marL="1001284" lvl="1" indent="-500642" algn="l">
              <a:lnSpc>
                <a:spcPts val="6492"/>
              </a:lnSpc>
              <a:spcBef>
                <a:spcPct val="0"/>
              </a:spcBef>
              <a:buFont typeface="Arial"/>
              <a:buChar char="•"/>
            </a:pPr>
            <a:r>
              <a:rPr lang="en-US" sz="4637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Create passwords with letters, numbers, and symbols</a:t>
            </a:r>
          </a:p>
          <a:p>
            <a:pPr marL="1001284" lvl="1" indent="-500642" algn="l">
              <a:lnSpc>
                <a:spcPts val="6492"/>
              </a:lnSpc>
              <a:spcBef>
                <a:spcPct val="0"/>
              </a:spcBef>
              <a:buFont typeface="Arial"/>
              <a:buChar char="•"/>
            </a:pPr>
            <a:r>
              <a:rPr lang="en-US" sz="4637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Avoid common words like “123456” or your name</a:t>
            </a:r>
          </a:p>
          <a:p>
            <a:pPr marL="1001284" lvl="1" indent="-500642" algn="l">
              <a:lnSpc>
                <a:spcPts val="6492"/>
              </a:lnSpc>
              <a:spcBef>
                <a:spcPct val="0"/>
              </a:spcBef>
              <a:buFont typeface="Arial"/>
              <a:buChar char="•"/>
            </a:pPr>
            <a:r>
              <a:rPr lang="en-US" sz="4637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Use different passwords for different accounts</a:t>
            </a:r>
          </a:p>
          <a:p>
            <a:pPr marL="1001284" lvl="1" indent="-500642" algn="l">
              <a:lnSpc>
                <a:spcPts val="6492"/>
              </a:lnSpc>
              <a:spcBef>
                <a:spcPct val="0"/>
              </a:spcBef>
              <a:buFont typeface="Arial"/>
              <a:buChar char="•"/>
            </a:pPr>
            <a:r>
              <a:rPr lang="en-US" sz="4637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Consider using a password manager (like LastPass or </a:t>
            </a:r>
            <a:r>
              <a:rPr lang="en-US" sz="4637" dirty="0" err="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Bitwarden</a:t>
            </a:r>
            <a:r>
              <a:rPr lang="en-US" sz="4637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)</a:t>
            </a:r>
          </a:p>
          <a:p>
            <a:pPr algn="l">
              <a:lnSpc>
                <a:spcPts val="6492"/>
              </a:lnSpc>
            </a:pPr>
            <a:endParaRPr lang="en-US" sz="4637" dirty="0">
              <a:solidFill>
                <a:srgbClr val="000000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83124" y="-238125"/>
            <a:ext cx="10103644" cy="118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Some safe Internet practices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772349"/>
            <a:ext cx="17746215" cy="629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</a:pPr>
            <a:r>
              <a:rPr lang="en-US" sz="5114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Enable Two-Factor Authentication (2FA)</a:t>
            </a:r>
          </a:p>
          <a:p>
            <a:pPr marL="1104291" lvl="1" indent="-552146" algn="ctr">
              <a:lnSpc>
                <a:spcPts val="7160"/>
              </a:lnSpc>
              <a:buFont typeface="Arial"/>
              <a:buChar char="•"/>
            </a:pPr>
            <a:r>
              <a:rPr lang="en-US" sz="5114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Adds an extra layer of security</a:t>
            </a:r>
          </a:p>
          <a:p>
            <a:pPr marL="1104291" lvl="1" indent="-552146" algn="ctr">
              <a:lnSpc>
                <a:spcPts val="7160"/>
              </a:lnSpc>
              <a:spcBef>
                <a:spcPct val="0"/>
              </a:spcBef>
              <a:buFont typeface="Arial"/>
              <a:buChar char="•"/>
            </a:pPr>
            <a:r>
              <a:rPr lang="en-US" sz="5114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Even if someone knows your password, they can't log in without a second code</a:t>
            </a:r>
          </a:p>
          <a:p>
            <a:pPr marL="1104291" lvl="1" indent="-552146" algn="ctr">
              <a:lnSpc>
                <a:spcPts val="7160"/>
              </a:lnSpc>
              <a:spcBef>
                <a:spcPct val="0"/>
              </a:spcBef>
              <a:buFont typeface="Arial"/>
              <a:buChar char="•"/>
            </a:pPr>
            <a:r>
              <a:rPr lang="en-US" sz="5114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Apps like Google Authenticator help generate secure codes</a:t>
            </a:r>
          </a:p>
          <a:p>
            <a:pPr algn="ctr">
              <a:lnSpc>
                <a:spcPts val="7160"/>
              </a:lnSpc>
              <a:spcBef>
                <a:spcPct val="0"/>
              </a:spcBef>
            </a:pPr>
            <a:endParaRPr lang="en-US" sz="5114">
              <a:solidFill>
                <a:srgbClr val="000000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83124" y="-238125"/>
            <a:ext cx="10103644" cy="118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Some safe Internet practices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782" y="2019300"/>
            <a:ext cx="16148328" cy="476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97"/>
              </a:lnSpc>
              <a:spcBef>
                <a:spcPct val="0"/>
              </a:spcBef>
            </a:pPr>
            <a:r>
              <a:rPr lang="en-US" sz="5426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Beware of Phishing Scams</a:t>
            </a:r>
          </a:p>
          <a:p>
            <a:pPr marL="1171644" lvl="1" indent="-585822" algn="ctr">
              <a:lnSpc>
                <a:spcPts val="7597"/>
              </a:lnSpc>
              <a:spcBef>
                <a:spcPct val="0"/>
              </a:spcBef>
              <a:buFont typeface="Arial"/>
              <a:buChar char="•"/>
            </a:pPr>
            <a:r>
              <a:rPr lang="en-US" sz="5426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Don’t click suspicious links in emails or messages</a:t>
            </a:r>
          </a:p>
          <a:p>
            <a:pPr marL="1171644" lvl="1" indent="-585822" algn="ctr">
              <a:lnSpc>
                <a:spcPts val="7597"/>
              </a:lnSpc>
              <a:spcBef>
                <a:spcPct val="0"/>
              </a:spcBef>
              <a:buFont typeface="Arial"/>
              <a:buChar char="•"/>
            </a:pPr>
            <a:r>
              <a:rPr lang="en-US" sz="5426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Check sender details carefully</a:t>
            </a:r>
          </a:p>
          <a:p>
            <a:pPr marL="1171644" lvl="1" indent="-585822" algn="ctr">
              <a:lnSpc>
                <a:spcPts val="7597"/>
              </a:lnSpc>
              <a:spcBef>
                <a:spcPct val="0"/>
              </a:spcBef>
              <a:buFont typeface="Arial"/>
              <a:buChar char="•"/>
            </a:pPr>
            <a:r>
              <a:rPr lang="en-US" sz="5426" dirty="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Never share OTPs, passwords, or bank details</a:t>
            </a:r>
          </a:p>
          <a:p>
            <a:pPr algn="l">
              <a:lnSpc>
                <a:spcPts val="7597"/>
              </a:lnSpc>
            </a:pPr>
            <a:endParaRPr lang="en-US" sz="5426" dirty="0">
              <a:solidFill>
                <a:srgbClr val="000000"/>
              </a:solidFill>
              <a:latin typeface="Etna Sans Serif"/>
              <a:ea typeface="Etna Sans Serif"/>
              <a:cs typeface="Etna Sans Serif"/>
              <a:sym typeface="Etna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83124" y="-238125"/>
            <a:ext cx="10103644" cy="118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Some safe Internet practices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9600" y="2324100"/>
            <a:ext cx="16039106" cy="4895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6"/>
              </a:lnSpc>
              <a:spcBef>
                <a:spcPct val="0"/>
              </a:spcBef>
            </a:pPr>
            <a:r>
              <a:rPr lang="en-US" sz="5604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Install Antivirus Software</a:t>
            </a:r>
          </a:p>
          <a:p>
            <a:pPr marL="1209998" lvl="1" indent="-604999" algn="ctr">
              <a:lnSpc>
                <a:spcPts val="7846"/>
              </a:lnSpc>
              <a:spcBef>
                <a:spcPct val="0"/>
              </a:spcBef>
              <a:buFont typeface="Arial"/>
              <a:buChar char="•"/>
            </a:pPr>
            <a:r>
              <a:rPr lang="en-US" sz="5604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Helps detect and remove malware</a:t>
            </a:r>
          </a:p>
          <a:p>
            <a:pPr marL="1209998" lvl="1" indent="-604999" algn="ctr">
              <a:lnSpc>
                <a:spcPts val="7846"/>
              </a:lnSpc>
              <a:spcBef>
                <a:spcPct val="0"/>
              </a:spcBef>
              <a:buFont typeface="Arial"/>
              <a:buChar char="•"/>
            </a:pPr>
            <a:r>
              <a:rPr lang="en-US" sz="5604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Examples: Quick Heal Antivirus, Avast Antivirus</a:t>
            </a:r>
          </a:p>
          <a:p>
            <a:pPr algn="l">
              <a:lnSpc>
                <a:spcPts val="7846"/>
              </a:lnSpc>
            </a:pPr>
            <a:endParaRPr lang="en-US" sz="5604" b="1" dirty="0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14011" y="1354686"/>
            <a:ext cx="6674731" cy="4447039"/>
          </a:xfrm>
          <a:custGeom>
            <a:avLst/>
            <a:gdLst/>
            <a:ahLst/>
            <a:cxnLst/>
            <a:rect l="l" t="t" r="r" b="b"/>
            <a:pathLst>
              <a:path w="6674731" h="4447039">
                <a:moveTo>
                  <a:pt x="0" y="0"/>
                </a:moveTo>
                <a:lnTo>
                  <a:pt x="6674731" y="0"/>
                </a:lnTo>
                <a:lnTo>
                  <a:pt x="6674731" y="4447040"/>
                </a:lnTo>
                <a:lnTo>
                  <a:pt x="0" y="4447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36623" y="-154940"/>
            <a:ext cx="10414754" cy="118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Professional Online Presence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6979" y="6032462"/>
            <a:ext cx="14892592" cy="35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8"/>
              </a:lnSpc>
              <a:spcBef>
                <a:spcPct val="0"/>
              </a:spcBef>
            </a:pPr>
            <a:r>
              <a:rPr lang="en-US" sz="5048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 professional online presence means how you present yourself on the internet in a way that builds trust, credibility, and positive reputation—especially for studies, jobs, or business.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4794" y="317818"/>
            <a:ext cx="16818412" cy="118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Key Elements of a Professional Online Presence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66800" y="2628900"/>
            <a:ext cx="9975659" cy="8616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59"/>
              </a:lnSpc>
              <a:spcBef>
                <a:spcPct val="0"/>
              </a:spcBef>
            </a:pPr>
            <a:r>
              <a:rPr lang="en-US" sz="4828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1. 👤 Clean &amp; Professional Profiles</a:t>
            </a:r>
          </a:p>
          <a:p>
            <a:pPr algn="l">
              <a:lnSpc>
                <a:spcPts val="6759"/>
              </a:lnSpc>
              <a:spcBef>
                <a:spcPct val="0"/>
              </a:spcBef>
            </a:pPr>
            <a:r>
              <a:rPr lang="en-US" sz="4828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2. 📝 Strong Bio and Information</a:t>
            </a:r>
          </a:p>
          <a:p>
            <a:pPr algn="l">
              <a:lnSpc>
                <a:spcPts val="6759"/>
              </a:lnSpc>
              <a:spcBef>
                <a:spcPct val="0"/>
              </a:spcBef>
            </a:pPr>
            <a:r>
              <a:rPr lang="en-US" sz="4828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3. 📸 Appropriate Content</a:t>
            </a:r>
          </a:p>
          <a:p>
            <a:pPr algn="l">
              <a:lnSpc>
                <a:spcPts val="6759"/>
              </a:lnSpc>
              <a:spcBef>
                <a:spcPct val="0"/>
              </a:spcBef>
            </a:pPr>
            <a:r>
              <a:rPr lang="en-US" sz="4828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4. 💬 Professional Communication</a:t>
            </a:r>
          </a:p>
          <a:p>
            <a:pPr algn="l">
              <a:lnSpc>
                <a:spcPts val="6759"/>
              </a:lnSpc>
              <a:spcBef>
                <a:spcPct val="0"/>
              </a:spcBef>
            </a:pPr>
            <a:r>
              <a:rPr lang="en-US" sz="4828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5. 📂 Showcase Your Work</a:t>
            </a:r>
          </a:p>
          <a:p>
            <a:pPr algn="l">
              <a:lnSpc>
                <a:spcPts val="6759"/>
              </a:lnSpc>
              <a:spcBef>
                <a:spcPct val="0"/>
              </a:spcBef>
            </a:pPr>
            <a:r>
              <a:rPr lang="en-US" sz="4828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6. 🔍 Manage Your Digital Footprint</a:t>
            </a:r>
          </a:p>
          <a:p>
            <a:pPr algn="l">
              <a:lnSpc>
                <a:spcPts val="6759"/>
              </a:lnSpc>
              <a:spcBef>
                <a:spcPct val="0"/>
              </a:spcBef>
            </a:pPr>
            <a:endParaRPr lang="en-US" sz="4828" b="1" dirty="0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6759"/>
              </a:lnSpc>
              <a:spcBef>
                <a:spcPct val="0"/>
              </a:spcBef>
            </a:pPr>
            <a:endParaRPr lang="en-US" sz="4828" b="1" dirty="0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6759"/>
              </a:lnSpc>
              <a:spcBef>
                <a:spcPct val="0"/>
              </a:spcBef>
            </a:pPr>
            <a:endParaRPr lang="en-US" sz="4828" b="1" dirty="0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6759"/>
              </a:lnSpc>
            </a:pPr>
            <a:endParaRPr lang="en-US" sz="4828" b="1" dirty="0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0" y="419100"/>
            <a:ext cx="12992438" cy="8083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299"/>
              </a:lnSpc>
            </a:pPr>
            <a:r>
              <a:rPr lang="en-US" sz="23785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319</Words>
  <Application>Microsoft Office PowerPoint</Application>
  <PresentationFormat>Custom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The Seasons</vt:lpstr>
      <vt:lpstr>The Seasons Bold</vt:lpstr>
      <vt:lpstr>Arial</vt:lpstr>
      <vt:lpstr>Amsterdam Four</vt:lpstr>
      <vt:lpstr>Calibri</vt:lpstr>
      <vt:lpstr>Anton</vt:lpstr>
      <vt:lpstr>Etna Sans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Lietracy</dc:title>
  <cp:lastModifiedBy>Govind Jadhav</cp:lastModifiedBy>
  <cp:revision>2</cp:revision>
  <dcterms:created xsi:type="dcterms:W3CDTF">2006-08-16T00:00:00Z</dcterms:created>
  <dcterms:modified xsi:type="dcterms:W3CDTF">2026-03-28T07:48:25Z</dcterms:modified>
  <dc:identifier>DAHFHnAFJsE</dc:identifier>
</cp:coreProperties>
</file>